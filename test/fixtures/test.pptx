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6A8DDF-E125-4467-9B07-F3154F0F93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189CB81-5414-406A-A769-940F1096CF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" cy="44416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Presentation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